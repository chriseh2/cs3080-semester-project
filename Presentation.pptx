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109B1C-061B-4241-BC51-80E015890914}" v="5" dt="2026-05-04T20:06:10.2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60" d="100"/>
          <a:sy n="60" d="100"/>
        </p:scale>
        <p:origin x="34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4EE4D-B0E5-A900-10B2-B38FE7DD85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1163637"/>
          </a:xfrm>
        </p:spPr>
        <p:txBody>
          <a:bodyPr/>
          <a:lstStyle/>
          <a:p>
            <a:r>
              <a:rPr lang="en-US" dirty="0"/>
              <a:t>Weather app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7AB2E1-D6FA-88AE-9FBE-0A563F1110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3" y="2286000"/>
            <a:ext cx="8791575" cy="975388"/>
          </a:xfrm>
        </p:spPr>
        <p:txBody>
          <a:bodyPr/>
          <a:lstStyle/>
          <a:p>
            <a:r>
              <a:rPr lang="en-US" dirty="0"/>
              <a:t>Christopher </a:t>
            </a:r>
            <a:r>
              <a:rPr lang="en-US" dirty="0" err="1"/>
              <a:t>helland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D2829C-2373-B7B1-AE03-A3CD76B405C5}"/>
              </a:ext>
            </a:extLst>
          </p:cNvPr>
          <p:cNvSpPr txBox="1"/>
          <p:nvPr/>
        </p:nvSpPr>
        <p:spPr>
          <a:xfrm>
            <a:off x="1876422" y="2967335"/>
            <a:ext cx="82933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Features: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Input a city and state, output current weather using </a:t>
            </a:r>
            <a:r>
              <a:rPr lang="en-US" dirty="0" err="1"/>
              <a:t>OpenWeatherMap</a:t>
            </a:r>
            <a:r>
              <a:rPr lang="en-US" dirty="0"/>
              <a:t>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Shows some unit conversions</a:t>
            </a:r>
          </a:p>
        </p:txBody>
      </p:sp>
    </p:spTree>
    <p:extLst>
      <p:ext uri="{BB962C8B-B14F-4D97-AF65-F5344CB8AC3E}">
        <p14:creationId xmlns:p14="http://schemas.microsoft.com/office/powerpoint/2010/main" val="1267621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6B0087-5D7C-E383-1A25-07B92625B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290449"/>
            <a:ext cx="7772400" cy="55675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6B2D31A-A1AE-46FA-0CA0-C7ACD05F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803900" cy="12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209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2CAA6C-B919-FBE5-AF32-A3174D02CD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861520" y="1587500"/>
            <a:ext cx="3847533" cy="3683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63DD0A-BFFA-122E-8433-318F01CA6D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34293" y="1066163"/>
            <a:ext cx="3292950" cy="472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65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3F3FF8-468D-54DE-7A96-341AF7469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5100" y="406400"/>
            <a:ext cx="67818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33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5EB3C4-AE82-2FA5-BC59-49729AC9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75840"/>
            <a:ext cx="7772400" cy="26570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8A7B0C-DDD8-BF7E-A92B-172FFF907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800" y="3985055"/>
            <a:ext cx="4724400" cy="222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792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110</TotalTime>
  <Words>22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Tw Cen MT</vt:lpstr>
      <vt:lpstr>Circuit</vt:lpstr>
      <vt:lpstr>Weather app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Helland</dc:creator>
  <cp:lastModifiedBy>Christopher Helland</cp:lastModifiedBy>
  <cp:revision>2</cp:revision>
  <dcterms:created xsi:type="dcterms:W3CDTF">2026-05-04T18:17:19Z</dcterms:created>
  <dcterms:modified xsi:type="dcterms:W3CDTF">2026-05-04T22:17:41Z</dcterms:modified>
</cp:coreProperties>
</file>