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4EE4D-B0E5-A900-10B2-B38FE7DD85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Weather app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7AB2E1-D6FA-88AE-9FBE-0A563F1110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Christopher </a:t>
            </a:r>
            <a:r>
              <a:rPr lang="en-US" dirty="0" err="1"/>
              <a:t>helland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6216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0</TotalTime>
  <Words>4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Tw Cen MT</vt:lpstr>
      <vt:lpstr>Circuit</vt:lpstr>
      <vt:lpstr>Weather app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Helland</dc:creator>
  <cp:lastModifiedBy>Christopher Helland</cp:lastModifiedBy>
  <cp:revision>1</cp:revision>
  <dcterms:created xsi:type="dcterms:W3CDTF">2026-05-04T18:17:19Z</dcterms:created>
  <dcterms:modified xsi:type="dcterms:W3CDTF">2026-05-04T18:18:07Z</dcterms:modified>
</cp:coreProperties>
</file>