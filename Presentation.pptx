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109B1C-061B-4241-BC51-80E015890914}" v="3" dt="2026-05-04T19:33:45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EE4D-B0E5-A900-10B2-B38FE7DD8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163637"/>
          </a:xfrm>
        </p:spPr>
        <p:txBody>
          <a:bodyPr/>
          <a:lstStyle/>
          <a:p>
            <a:r>
              <a:rPr lang="en-US" dirty="0"/>
              <a:t>Weather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AB2E1-D6FA-88AE-9FBE-0A563F111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2286000"/>
            <a:ext cx="8791575" cy="975388"/>
          </a:xfrm>
        </p:spPr>
        <p:txBody>
          <a:bodyPr/>
          <a:lstStyle/>
          <a:p>
            <a:r>
              <a:rPr lang="en-US" dirty="0"/>
              <a:t>Christopher </a:t>
            </a:r>
            <a:r>
              <a:rPr lang="en-US" dirty="0" err="1"/>
              <a:t>helland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2829C-2373-B7B1-AE03-A3CD76B405C5}"/>
              </a:ext>
            </a:extLst>
          </p:cNvPr>
          <p:cNvSpPr txBox="1"/>
          <p:nvPr/>
        </p:nvSpPr>
        <p:spPr>
          <a:xfrm>
            <a:off x="1876422" y="2967335"/>
            <a:ext cx="82933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a city and state, output current weather using </a:t>
            </a:r>
            <a:r>
              <a:rPr lang="en-US" dirty="0" err="1"/>
              <a:t>OpenWeatherMap</a:t>
            </a:r>
            <a:r>
              <a:rPr lang="en-US" dirty="0"/>
              <a:t>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some unit conversions</a:t>
            </a:r>
          </a:p>
        </p:txBody>
      </p:sp>
    </p:spTree>
    <p:extLst>
      <p:ext uri="{BB962C8B-B14F-4D97-AF65-F5344CB8AC3E}">
        <p14:creationId xmlns:p14="http://schemas.microsoft.com/office/powerpoint/2010/main" val="126762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C1F8-1E14-F559-65A6-067B09B5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0DC127-90BA-28F5-0069-884B500230C3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A6186-856E-F7E3-EBBC-63BB456C1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714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77</TotalTime>
  <Words>22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</vt:lpstr>
      <vt:lpstr>Weather app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Helland</dc:creator>
  <cp:lastModifiedBy>Christopher Helland</cp:lastModifiedBy>
  <cp:revision>1</cp:revision>
  <dcterms:created xsi:type="dcterms:W3CDTF">2026-05-04T18:17:19Z</dcterms:created>
  <dcterms:modified xsi:type="dcterms:W3CDTF">2026-05-04T19:34:48Z</dcterms:modified>
</cp:coreProperties>
</file>